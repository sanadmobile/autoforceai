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9144000" cy="1828800"/>
          </a:xfrm>
        </p:spPr>
        <p:txBody>
          <a:bodyPr/>
          <a:lstStyle/>
          <a:p>
            <a:pPr algn="l">
              <a:defRPr sz="6000" b="1">
                <a:solidFill>
                  <a:srgbClr val="F8FAFC"/>
                </a:solidFill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>
              <a:defRPr>
                <a:solidFill>
                  <a:srgbClr val="94A3B8"/>
                </a:solidFill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74320"/>
            <a:ext cx="9144000" cy="914400"/>
          </a:xfrm>
        </p:spPr>
        <p:txBody>
          <a:bodyPr/>
          <a:lstStyle/>
          <a:p>
            <a:pPr algn="l">
              <a:defRPr sz="3600" b="1">
                <a:solidFill>
                  <a:srgbClr val="38BDF8"/>
                </a:solidFill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45920"/>
            <a:ext cx="10241280" cy="4389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