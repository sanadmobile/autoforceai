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解决方案生成测试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 Python-pptx 的概念验证</a:t>
            </a:r>
          </a:p>
          <a:p>
            <a:r>
              <a:t>Generate by Digital Employee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智能大纲构建</a:t>
            </a:r>
          </a:p>
          <a:p>
            <a:pPr lvl="1"/>
            <a:r>
              <a:t>RAG 增强内容生成</a:t>
            </a:r>
          </a:p>
          <a:p>
            <a:pPr lvl="1"/>
            <a:r>
              <a:t>自动化排版与渲染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